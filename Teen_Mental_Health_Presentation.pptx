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Teen Mental Health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Excel Dashboard Presentation</a:t>
            </a:r>
          </a:p>
          <a:p>
            <a:pPr>
              <a:defRPr sz="2100"/>
            </a:pPr>
            <a:r>
              <a:t>Prepared using Data Cleaning, Pivot Tables &amp;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STAR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Situation</a:t>
            </a:r>
          </a:p>
          <a:p>
            <a:pPr>
              <a:defRPr sz="2100"/>
            </a:pPr>
            <a:r>
              <a:t>Teen mental health is an increasing concern.</a:t>
            </a:r>
          </a:p>
          <a:p>
            <a:pPr>
              <a:defRPr sz="2100"/>
            </a:pPr>
          </a:p>
          <a:p>
            <a:pPr>
              <a:defRPr sz="2100"/>
            </a:pPr>
            <a:r>
              <a:t>Task</a:t>
            </a:r>
          </a:p>
          <a:p>
            <a:pPr>
              <a:defRPr sz="2100"/>
            </a:pPr>
            <a:r>
              <a:t>Clean the dataset and uncover meaningful insights.</a:t>
            </a:r>
          </a:p>
          <a:p>
            <a:pPr>
              <a:defRPr sz="2100"/>
            </a:pPr>
          </a:p>
          <a:p>
            <a:pPr>
              <a:defRPr sz="2100"/>
            </a:pPr>
            <a:r>
              <a:t>Action</a:t>
            </a:r>
          </a:p>
          <a:p>
            <a:pPr>
              <a:defRPr sz="2100"/>
            </a:pPr>
            <a:r>
              <a:t>Performed data cleaning, created Pivot Tables and built an interactive dashboard.</a:t>
            </a:r>
          </a:p>
          <a:p>
            <a:pPr>
              <a:defRPr sz="2100"/>
            </a:pPr>
          </a:p>
          <a:p>
            <a:pPr>
              <a:defRPr sz="2100"/>
            </a:pPr>
            <a:r>
              <a:t>Result</a:t>
            </a:r>
          </a:p>
          <a:p>
            <a:pPr>
              <a:defRPr sz="2100"/>
            </a:pPr>
            <a:r>
              <a:t>Generated insights that support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• Original dataset was cleaned.</a:t>
            </a:r>
          </a:p>
          <a:p>
            <a:pPr>
              <a:defRPr sz="2100"/>
            </a:pPr>
            <a:r>
              <a:t>• Pivot Tables summarized key trends.</a:t>
            </a:r>
          </a:p>
          <a:p>
            <a:pPr>
              <a:defRPr sz="2100"/>
            </a:pPr>
            <a:r>
              <a:t>• Dashboard enables interactive analysis.</a:t>
            </a:r>
          </a:p>
          <a:p>
            <a:pPr>
              <a:defRPr sz="2100"/>
            </a:pPr>
            <a:r>
              <a:t>• Objective: Identify factors affecting teen mental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Analysis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• Which groups are most affected?</a:t>
            </a:r>
          </a:p>
          <a:p>
            <a:pPr>
              <a:defRPr sz="2100"/>
            </a:pPr>
            <a:r>
              <a:t>• Which lifestyle factors influence mental health?</a:t>
            </a:r>
          </a:p>
          <a:p>
            <a:pPr>
              <a:defRPr sz="2100"/>
            </a:pPr>
            <a:r>
              <a:t>• What patterns emerge from the dashboard?</a:t>
            </a:r>
          </a:p>
          <a:p>
            <a:pPr>
              <a:defRPr sz="2100"/>
            </a:pPr>
            <a:r>
              <a:t>• What recommendations can be made?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• Data quality improved after cleaning.</a:t>
            </a:r>
          </a:p>
          <a:p>
            <a:pPr>
              <a:defRPr sz="2100"/>
            </a:pPr>
            <a:r>
              <a:t>• Pivot tables summarized important trends.</a:t>
            </a:r>
          </a:p>
          <a:p>
            <a:pPr>
              <a:defRPr sz="2100"/>
            </a:pPr>
            <a:r>
              <a:t>• Dashboard visualized key metrics.</a:t>
            </a:r>
          </a:p>
          <a:p>
            <a:pPr>
              <a:defRPr sz="2100"/>
            </a:pPr>
            <a:r>
              <a:t>• Interactive filters improved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• Encourage healthy sleep habits.</a:t>
            </a:r>
          </a:p>
          <a:p>
            <a:pPr>
              <a:defRPr sz="2100"/>
            </a:pPr>
            <a:r>
              <a:t>• Promote responsible social media usage.</a:t>
            </a:r>
          </a:p>
          <a:p>
            <a:pPr>
              <a:defRPr sz="2100"/>
            </a:pPr>
            <a:r>
              <a:t>• Support high-risk groups.</a:t>
            </a:r>
          </a:p>
          <a:p>
            <a:pPr>
              <a:defRPr sz="2100"/>
            </a:pPr>
            <a:r>
              <a:t>• Continue monitoring with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070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/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