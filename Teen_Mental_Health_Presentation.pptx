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9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07/01/26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Media Influence on Teens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Analytics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Situation</a:t>
            </a:r>
            <a:br>
              <a:rPr lang="en-US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Teenagers spend significant time on social media, raising concerns about sleep, stress, anxiety, addiction, and overall mental well-being.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Task</a:t>
            </a:r>
            <a:br>
              <a:rPr lang="en-US" dirty="0"/>
            </a:b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the dataset to identify patterns between social media usage and mental health indicators and provide actionable recommendations.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Action: Analytics Performed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Cleaned and explored the dataset</a:t>
            </a:r>
          </a:p>
          <a:p>
            <a:pPr marL="0" indent="0">
              <a:buNone/>
            </a:pPr>
            <a:r>
              <a:rPr dirty="0"/>
              <a:t>• Examined social media usage, sleep, stress, anxiety, and addiction indicators</a:t>
            </a:r>
          </a:p>
          <a:p>
            <a:pPr marL="0" indent="0">
              <a:buNone/>
            </a:pPr>
            <a:r>
              <a:rPr dirty="0"/>
              <a:t>• Compared mental distress patterns and platform usage</a:t>
            </a:r>
          </a:p>
          <a:p>
            <a:pPr marL="0" indent="0">
              <a:buNone/>
            </a:pPr>
            <a:r>
              <a:rPr dirty="0"/>
              <a:t>• Summarized insights for decision-making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Results: 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Average social media usage: 4.5 hours/day</a:t>
            </a:r>
          </a:p>
          <a:p>
            <a:pPr marL="0" indent="0">
              <a:buNone/>
            </a:pPr>
            <a:r>
              <a:rPr dirty="0"/>
              <a:t>• Average sleep: 6.4 hours/day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• Average stress level: 5.4</a:t>
            </a:r>
          </a:p>
          <a:p>
            <a:pPr marL="0" indent="0">
              <a:buNone/>
            </a:pPr>
            <a:r>
              <a:rPr dirty="0"/>
              <a:t>• Average anxiety level: 5.6</a:t>
            </a:r>
          </a:p>
          <a:p>
            <a:pPr marL="0" indent="0">
              <a:buNone/>
            </a:pPr>
            <a:r>
              <a:rPr dirty="0"/>
              <a:t>• Heavy social media exposure is associated with mental distress indicators in the dataset.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Mental Health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Mentally Strained: 741</a:t>
            </a:r>
          </a:p>
          <a:p>
            <a:r>
              <a:t>Mentally Unstable: 355</a:t>
            </a:r>
          </a:p>
          <a:p>
            <a:r>
              <a:t>Mentally Sound: 104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Platform Usage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Instagram, TikTok, and combined platform usage dominate the dataset.</a:t>
            </a:r>
          </a:p>
          <a:p>
            <a:r>
              <a:t>High engagement across multiple platforms may increase screen exposure and reduce recovery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 for Teen Mental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Set daily screen-time limits</a:t>
            </a:r>
          </a:p>
          <a:p>
            <a:pPr marL="0" indent="0">
              <a:buNone/>
            </a:pPr>
            <a:r>
              <a:rPr dirty="0"/>
              <a:t>• Avoid screens at least 1 hour before sleep</a:t>
            </a:r>
          </a:p>
          <a:p>
            <a:pPr marL="0" indent="0">
              <a:buNone/>
            </a:pPr>
            <a:r>
              <a:rPr dirty="0"/>
              <a:t>• Engage in physical activities regularly</a:t>
            </a:r>
          </a:p>
          <a:p>
            <a:pPr marL="0" indent="0">
              <a:buNone/>
            </a:pPr>
            <a:r>
              <a:rPr dirty="0"/>
              <a:t>• Maintain healthy social interactions offline</a:t>
            </a:r>
          </a:p>
          <a:p>
            <a:pPr marL="0" indent="0">
              <a:buNone/>
            </a:pPr>
            <a:r>
              <a:rPr dirty="0"/>
              <a:t>• Practice stress-management techniques</a:t>
            </a:r>
          </a:p>
          <a:p>
            <a:pPr marL="0" indent="0">
              <a:buNone/>
            </a:pPr>
            <a:r>
              <a:rPr dirty="0"/>
              <a:t>• Seek support from parents, teachers, or counselors when needed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Social media offers benefits, but excessive use may contribute to stress, anxiety, poor sleep, and mental strain. Balanced usage and healthy habits can help teens protect their mental well-being.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269</Words>
  <Application>Microsoft Office PowerPoint</Application>
  <PresentationFormat>On-screen Show (4:3)</PresentationFormat>
  <Paragraphs>33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Social Media Influence on Teens</vt:lpstr>
      <vt:lpstr>Situation </vt:lpstr>
      <vt:lpstr>Task </vt:lpstr>
      <vt:lpstr>Action: Analytics Performed</vt:lpstr>
      <vt:lpstr>Results: Key Findings</vt:lpstr>
      <vt:lpstr>Mental Health Distribution</vt:lpstr>
      <vt:lpstr>Platform Usage Insights</vt:lpstr>
      <vt:lpstr>Recommendations for Teen Mental Health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Isaiah Paul</cp:lastModifiedBy>
  <cp:revision>2</cp:revision>
  <dcterms:created xsi:type="dcterms:W3CDTF">2013-01-27T09:14:16Z</dcterms:created>
  <dcterms:modified xsi:type="dcterms:W3CDTF">2026-07-01T13:35:09Z</dcterms:modified>
  <cp:category/>
</cp:coreProperties>
</file>